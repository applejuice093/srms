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erriweather"/>
      <p:regular r:id="rId13"/>
      <p:bold r:id="rId14"/>
      <p:italic r:id="rId15"/>
      <p:boldItalic r:id="rId16"/>
    </p:embeddedFon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italic.fntdata"/><Relationship Id="rId14" Type="http://schemas.openxmlformats.org/officeDocument/2006/relationships/font" Target="fonts/Merriweather-bold.fntdata"/><Relationship Id="rId17" Type="http://schemas.openxmlformats.org/officeDocument/2006/relationships/font" Target="fonts/DMSans-regular.fntdata"/><Relationship Id="rId16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25616" y="2023169"/>
            <a:ext cx="614076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Student Record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System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500312" y="4042469"/>
            <a:ext cx="7191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 C++ Console Application with File Persistence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858075" y="5309625"/>
            <a:ext cx="28479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Name: Aniket Mahto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 No.: AP24110011701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Section: J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152650"/>
            <a:ext cx="5524500" cy="410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152650"/>
            <a:ext cx="5524500" cy="41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3067050"/>
            <a:ext cx="50006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62000" y="3590925"/>
            <a:ext cx="4762500" cy="9525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3933825"/>
            <a:ext cx="4762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 develop a robust console-based application for managing student academic records. The system replaces manual tracking with a digital, automated solution.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67500" y="2533650"/>
            <a:ext cx="50006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Key Capabilities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667500" y="3057525"/>
            <a:ext cx="4762500" cy="9525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667500" y="340042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CRUD Operations: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Create, Read, Update, and Delete records.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439102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Persistence: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Automatically saves data to text files.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538162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Safety: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Robust input validation prevents crashes.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776662" y="381000"/>
            <a:ext cx="487060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571500" y="571500"/>
            <a:ext cx="4950618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857375" y="2447925"/>
            <a:ext cx="225028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Class: Student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316230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Data Model. Responsible for capturing individual user input, formatting data for display, and handling serialization (object to string).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176337" y="4267200"/>
            <a:ext cx="368046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Class: StudentManager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981575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Controller. Manages the vector of students, handles all file operations (Load/Save), and serves as the bridge between the data and the user interface.</a:t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856" y="0"/>
            <a:ext cx="5787144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542282"/>
            <a:ext cx="3619500" cy="3326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2542282"/>
            <a:ext cx="3619500" cy="3326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542282"/>
            <a:ext cx="3619500" cy="332601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250632" y="3618607"/>
            <a:ext cx="188023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Add Student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66750" y="4313932"/>
            <a:ext cx="30480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Collects detailed info (ID, Name, Major) and checks for duplicate IDs before saving to ensuring data integrity.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005863" y="3618607"/>
            <a:ext cx="218027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Search &amp; View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572000" y="4313932"/>
            <a:ext cx="3048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Allows quick lookup of specific students by unique ID and displays data in a formatted, readable table.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121140" y="3618607"/>
            <a:ext cx="17602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Persistence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77250" y="4313932"/>
            <a:ext cx="30480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Uses File I/O to immediately save new records and update deleted ones, ensuring no data is lost between sessions.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5000" y="288518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400" y="288518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01225" y="288518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4357687" y="381000"/>
            <a:ext cx="365045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Features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666750" y="2457450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File Handling: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Uses fstream (ofstream/ifstream) to read and write to students.txt using a pipe-delimited format.</a:t>
            </a:r>
            <a:endParaRPr/>
          </a:p>
        </p:txBody>
      </p:sp>
      <p:pic>
        <p:nvPicPr>
          <p:cNvPr id="134" name="Google Shape;134;p17" title="Screenshot 2025-11-29 233421.png"/>
          <p:cNvPicPr preferRelativeResize="0"/>
          <p:nvPr/>
        </p:nvPicPr>
        <p:blipFill rotWithShape="1">
          <a:blip r:embed="rId3">
            <a:alphaModFix/>
          </a:blip>
          <a:srcRect b="0" l="2669" r="2678" t="0"/>
          <a:stretch/>
        </p:blipFill>
        <p:spPr>
          <a:xfrm>
            <a:off x="6143075" y="1743150"/>
            <a:ext cx="5400674" cy="407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66750" y="3276600"/>
            <a:ext cx="51911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Input Validation: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Utilizes cin.fail() and numeric_limits to handle cases where users input text instead of numbers, preventing infinite loops.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66750" y="4391025"/>
            <a:ext cx="51911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Memory Management: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Uses std::vector for dynamic and efficient storage of student objects during runtime.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66750" y="5200650"/>
            <a:ext cx="51911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String Parsing: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Implements stringstream to parse file lines and split data by delimiters.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3743325" y="381000"/>
            <a:ext cx="494061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Details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476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295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410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52197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5915" y="307955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0505" y="307955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5095" y="307955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69685" y="307955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/>
          <p:nvPr/>
        </p:nvSpPr>
        <p:spPr>
          <a:xfrm>
            <a:off x="952500" y="4186237"/>
            <a:ext cx="10287000" cy="38100"/>
          </a:xfrm>
          <a:prstGeom prst="roundRect">
            <a:avLst>
              <a:gd fmla="val 16667" name="adj"/>
            </a:avLst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95922" y="3746301"/>
            <a:ext cx="237623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Initialize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52525" y="4368975"/>
            <a:ext cx="2263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Program starts and StudentManager loads existing data from the text file into memory.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3570513" y="3746301"/>
            <a:ext cx="237623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Menu Loop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3627088" y="4368974"/>
            <a:ext cx="22632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System displays options and waits for user choice, validating the input format.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245103" y="3746301"/>
            <a:ext cx="237623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Execute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01675" y="4368974"/>
            <a:ext cx="22632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Selected method runs (Add, Delete, Search), updating memory and the physical file.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919693" y="3746301"/>
            <a:ext cx="237623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Terminate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976250" y="4368974"/>
            <a:ext cx="22632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On exit, the system ensures all final states are saved and resources are closed.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2728912" y="381000"/>
            <a:ext cx="707088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Program Execution Flow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457450"/>
            <a:ext cx="552450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457450"/>
            <a:ext cx="552450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62000" y="3067050"/>
            <a:ext cx="50006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762000" y="3590925"/>
            <a:ext cx="4762500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762000" y="3933825"/>
            <a:ext cx="4762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project demonstrates the practical application of Object-Oriented Programming (OOP) principles, efficient memory management with Vectors, and permanent data storage using standard C++ File I/O.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667500" y="2838450"/>
            <a:ext cx="50006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Enhancements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6667500" y="3362325"/>
            <a:ext cx="4762500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6667500" y="370522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Sorting: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Sort records by GPA or Name.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667500" y="439102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Authentication: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Add administrator login.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667500" y="507682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GUI: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Upgrade to a graphical interface using Qt.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2462212" y="381000"/>
            <a:ext cx="763095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Future Scope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